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1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5668" y="640080"/>
            <a:ext cx="6400800" cy="3840480"/>
          </a:xfrm>
          <a:prstGeom prst="rect">
            <a:avLst/>
          </a:prstGeom>
          <a:solidFill>
            <a:srgbClr val="0D1F38"/>
          </a:solidFill>
          <a:ln w="1905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0" y="640080"/>
            <a:ext cx="6400800" cy="7315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🏧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37160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8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 SYSTEM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CONSOLE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Technical Breakdown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CONSOLE APPLICATION  //  CYBER ARCHITECTURE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4407408"/>
            <a:ext cx="6400800" cy="7315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TECHNOLOGIES_USED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powering the console ATM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1078992"/>
          </a:xfrm>
          <a:prstGeom prst="rect">
            <a:avLst/>
          </a:prstGeom>
          <a:solidFill>
            <a:srgbClr val="0D1F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64008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- Python – Database - 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538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Language used to write a program. SQL used to  store the </a:t>
            </a:r>
            <a:r>
              <a:rPr lang="en-US" sz="95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data.</a:t>
            </a:r>
          </a:p>
        </p:txBody>
      </p:sp>
      <p:sp>
        <p:nvSpPr>
          <p:cNvPr id="10" name="Shape 8"/>
          <p:cNvSpPr/>
          <p:nvPr/>
        </p:nvSpPr>
        <p:spPr>
          <a:xfrm>
            <a:off x="228600" y="2313432"/>
            <a:ext cx="4206240" cy="1078992"/>
          </a:xfrm>
          <a:prstGeom prst="rect">
            <a:avLst/>
          </a:prstGeom>
          <a:solidFill>
            <a:srgbClr val="0D1F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13432"/>
            <a:ext cx="64008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/ Terminal I/O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 via keyboard; output printed to screen using printf/System.out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575304"/>
            <a:ext cx="4206240" cy="1078992"/>
          </a:xfrm>
          <a:prstGeom prst="rect">
            <a:avLst/>
          </a:prstGeom>
          <a:solidFill>
            <a:srgbClr val="0D1F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575304"/>
            <a:ext cx="64008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667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48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System / Text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data stored in .txt or .csv files, simulating a simple 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206240" cy="1078992"/>
          </a:xfrm>
          <a:prstGeom prst="rect">
            <a:avLst/>
          </a:prstGeom>
          <a:solidFill>
            <a:srgbClr val="0D1F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51560"/>
            <a:ext cx="64008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Encryption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14538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is masked/hidden during input; simple hash or comparison used for auth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13432"/>
            <a:ext cx="4206240" cy="1078992"/>
          </a:xfrm>
          <a:prstGeom prst="rect">
            <a:avLst/>
          </a:prstGeom>
          <a:solidFill>
            <a:srgbClr val="0D1F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13432"/>
            <a:ext cx="64008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048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Concepts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7157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like Account, ATM, Transaction structure the application cleanly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FUNCTIONAL_COMPONENTS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— user-visible features and behaviours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064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316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User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card number + PIN. System validates against stored records. Three failed attempts lock the account.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81728" y="1024128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24128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064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316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Check Balance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727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current available balance in the account after successful login.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2176272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176272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585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4688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Cash Withdrawal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an amount. System checks balance, deducts if sufficient, and prints a transaction receipt.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2176272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176272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585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Cash Deposit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7249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deposit amount. System updates account balance and logs the transaction.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3328416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328416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10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62102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PIN Change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387705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verifies old PIN, then sets a new PIN. Validated for format and saved to file.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328416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328416"/>
            <a:ext cx="4206240" cy="6400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10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62102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Transaction History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87705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list of recent deposits, withdrawals, and timestamps for the logged-in user.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NON_FUNCTIONAL_COMPONENTS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PERFORMS — quality attributes behind the scenes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064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316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appear instantly in the console — no delay in output. Transactions complete in &lt; 1 second.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81728" y="1024128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24128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064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316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7276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is never displayed on screen. Account locked after 3 wrong attempts. Sensitive data is not stored in plain text.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2176272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176272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585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4688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Maintainability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modular — each feature in its own function/class. Easy to add features without breaking others.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2176272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176272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585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Usability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7249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menu prompts guide the user. Error messages tell the user exactly what went wrong in plain language.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3328416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328416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10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62102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Reliability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387705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written to file after every transaction. No data lost even if the program is closed unexpectedly.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328416"/>
            <a:ext cx="4206240" cy="960120"/>
          </a:xfrm>
          <a:prstGeom prst="rect">
            <a:avLst/>
          </a:prstGeom>
          <a:solidFill>
            <a:srgbClr val="0D1F38"/>
          </a:solidFill>
          <a:ln w="12700">
            <a:solidFill>
              <a:srgbClr val="3A1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328416"/>
            <a:ext cx="4206240" cy="64008"/>
          </a:xfrm>
          <a:prstGeom prst="rect">
            <a:avLst/>
          </a:prstGeom>
          <a:solidFill>
            <a:srgbClr val="FF4C8B"/>
          </a:solidFill>
          <a:ln w="12700">
            <a:solidFill>
              <a:srgbClr val="FF4C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10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NFC-06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62102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Scalability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87705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supports multiple users/accounts stored in file. Easy to extend to a real database in the future.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SYSTEM_FLOW  //  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of the console ATM from startup to logout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4904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START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36776" y="1531620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01368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01368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PROMPT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63240" y="1531620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27832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27832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MENU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9704" y="1531620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54296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16168" y="1531620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&amp; UPDATE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42632" y="1531620"/>
            <a:ext cx="164592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1188720"/>
            <a:ext cx="1261872" cy="685800"/>
          </a:xfrm>
          <a:prstGeom prst="rect">
            <a:avLst/>
          </a:prstGeom>
          <a:solidFill>
            <a:srgbClr val="0D1F38"/>
          </a:solidFill>
          <a:ln w="1524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07224" y="12252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07224" y="1426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/ LOGOUT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runs, loads account data from file into memory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1368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47088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asks for Card No. + PIN; validates credentials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27832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options: Balance | Withdraw | Deposit | PIN | History | Exit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54296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option → routed to the correct function/method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executes, balance updates, transaction logged to file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07224" y="2057400"/>
            <a:ext cx="1261872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2130552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menu or exits gracefully, data saved persistently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02080F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310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CONSOLE STRUCTURE  (pseudocode)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3593592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printMenu();    input = getUserChoice();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 == 1) checkBalance();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(input == 2) withdraw(amount);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4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(input == 6) { logout(); running = false;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0A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2880"/>
            <a:ext cx="8595360" cy="4663440"/>
          </a:xfrm>
          <a:prstGeom prst="rect">
            <a:avLst/>
          </a:prstGeom>
          <a:solidFill>
            <a:srgbClr val="0D1F38"/>
          </a:solidFill>
          <a:ln w="19050">
            <a:solidFill>
              <a:srgbClr val="00FFD1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"/>
            <a:ext cx="8595360" cy="7315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773168"/>
            <a:ext cx="8595360" cy="73152"/>
          </a:xfrm>
          <a:prstGeom prst="rect">
            <a:avLst/>
          </a:prstGeom>
          <a:solidFill>
            <a:srgbClr val="00FFD1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0F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SUMMARY_&amp;_KEY_TAKEAWAYS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93268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93268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It's a Console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13167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 — entirely text-based. User types input; system prints responses. Simple and great for beginners.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93268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93268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Language Agnostic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3167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built in Java, Python, or C++. Concepts stay the same across languages.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12140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OOP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classes (Account, ATM, Transaction) to keep code clean, modular, and easy to extend.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194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Functional = What it Does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5054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withdraw, deposit, history — real actions users can perform.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31012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Non-Functional = Quality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6941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speed, reliability, readability — how well the system performs its functions.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310128"/>
            <a:ext cx="4114800" cy="1024128"/>
          </a:xfrm>
          <a:prstGeom prst="rect">
            <a:avLst/>
          </a:prstGeom>
          <a:solidFill>
            <a:srgbClr val="07111E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310128"/>
            <a:ext cx="64008" cy="10241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Perfect for Beginners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6941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OOP, file I/O, loops, conditionals, and functions — all core programming skills in one project.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729</Words>
  <Application>Microsoft Office PowerPoint</Application>
  <PresentationFormat>On-screen Show (16:9)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 System Interface Console</dc:title>
  <dc:subject>PptxGenJS Presentation</dc:subject>
  <dc:creator>PptxGenJS</dc:creator>
  <cp:lastModifiedBy>Sakthivel M</cp:lastModifiedBy>
  <cp:revision>3</cp:revision>
  <dcterms:created xsi:type="dcterms:W3CDTF">2026-05-19T14:15:34Z</dcterms:created>
  <dcterms:modified xsi:type="dcterms:W3CDTF">2026-05-19T14:21:10Z</dcterms:modified>
</cp:coreProperties>
</file>